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v1.0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Holes</c:v>
                  </c:pt>
                  <c:pt idx="1">
                    <c:v>Fillets</c:v>
                  </c:pt>
                  <c:pt idx="2">
                    <c:v>Chamfers</c:v>
                  </c:pt>
                  <c:pt idx="3">
                    <c:v>Boss/Bore</c:v>
                  </c:pt>
                  <c:pt idx="4">
                    <c:v>Pockets</c:v>
                  </c:pt>
                  <c:pt idx="5">
                    <c:v>Slots</c:v>
                  </c:pt>
                  <c:pt idx="6">
                    <c:v>Patterns</c:v>
                  </c:pt>
                  <c:pt idx="7">
                    <c:v>Small parts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70</c:v>
                </c:pt>
                <c:pt idx="2">
                  <c:v>70</c:v>
                </c:pt>
                <c:pt idx="3">
                  <c:v>50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v2.0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Holes</c:v>
                  </c:pt>
                  <c:pt idx="1">
                    <c:v>Fillets</c:v>
                  </c:pt>
                  <c:pt idx="2">
                    <c:v>Chamfers</c:v>
                  </c:pt>
                  <c:pt idx="3">
                    <c:v>Boss/Bore</c:v>
                  </c:pt>
                  <c:pt idx="4">
                    <c:v>Pockets</c:v>
                  </c:pt>
                  <c:pt idx="5">
                    <c:v>Slots</c:v>
                  </c:pt>
                  <c:pt idx="6">
                    <c:v>Patterns</c:v>
                  </c:pt>
                  <c:pt idx="7">
                    <c:v>Small parts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95</c:v>
                </c:pt>
                <c:pt idx="1">
                  <c:v>40</c:v>
                </c:pt>
                <c:pt idx="2">
                  <c:v>70</c:v>
                </c:pt>
                <c:pt idx="3">
                  <c:v>50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v3.0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Holes</c:v>
                  </c:pt>
                  <c:pt idx="1">
                    <c:v>Fillets</c:v>
                  </c:pt>
                  <c:pt idx="2">
                    <c:v>Chamfers</c:v>
                  </c:pt>
                  <c:pt idx="3">
                    <c:v>Boss/Bore</c:v>
                  </c:pt>
                  <c:pt idx="4">
                    <c:v>Pockets</c:v>
                  </c:pt>
                  <c:pt idx="5">
                    <c:v>Slots</c:v>
                  </c:pt>
                  <c:pt idx="6">
                    <c:v>Patterns</c:v>
                  </c:pt>
                  <c:pt idx="7">
                    <c:v>Small parts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97</c:v>
                </c:pt>
                <c:pt idx="1">
                  <c:v>85</c:v>
                </c:pt>
                <c:pt idx="2">
                  <c:v>82</c:v>
                </c:pt>
                <c:pt idx="3">
                  <c:v>80</c:v>
                </c:pt>
                <c:pt idx="4">
                  <c:v>75</c:v>
                </c:pt>
                <c:pt idx="5">
                  <c:v>70</c:v>
                </c:pt>
                <c:pt idx="6">
                  <c:v>85</c:v>
                </c:pt>
                <c:pt idx="7">
                  <c:v>60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v4.1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Holes</c:v>
                  </c:pt>
                  <c:pt idx="1">
                    <c:v>Fillets</c:v>
                  </c:pt>
                  <c:pt idx="2">
                    <c:v>Chamfers</c:v>
                  </c:pt>
                  <c:pt idx="3">
                    <c:v>Boss/Bore</c:v>
                  </c:pt>
                  <c:pt idx="4">
                    <c:v>Pockets</c:v>
                  </c:pt>
                  <c:pt idx="5">
                    <c:v>Slots</c:v>
                  </c:pt>
                  <c:pt idx="6">
                    <c:v>Patterns</c:v>
                  </c:pt>
                  <c:pt idx="7">
                    <c:v>Small parts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98</c:v>
                </c:pt>
                <c:pt idx="1">
                  <c:v>90</c:v>
                </c:pt>
                <c:pt idx="2">
                  <c:v>85</c:v>
                </c:pt>
                <c:pt idx="3">
                  <c:v>85</c:v>
                </c:pt>
                <c:pt idx="4">
                  <c:v>80</c:v>
                </c:pt>
                <c:pt idx="5">
                  <c:v>75</c:v>
                </c:pt>
                <c:pt idx="6">
                  <c:v>90</c:v>
                </c:pt>
                <c:pt idx="7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0D2B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VERSION EVOLUTION REPORT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Feature Extractor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→  v2.0  →  v3.0  →  v4.1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097280" cy="109728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06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0" y="3154680"/>
            <a:ext cx="5486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94560" y="2606040"/>
            <a:ext cx="1097280" cy="10972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06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91840" y="3154680"/>
            <a:ext cx="5486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840480" y="2606040"/>
            <a:ext cx="1097280" cy="10972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2606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154680"/>
            <a:ext cx="5486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0" y="2606040"/>
            <a:ext cx="1097280" cy="10972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2606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 feature types to 25+  |  60% to 90%+ accuracy  |  7 versions  |  Zero guesses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Diagnostic-first methodology  —  All APIs confirmed by live NX 2506 testing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NX v2506  •  NXOpen Python  •  Automotive Sheet Metal Grade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Snapshot — At a Glance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402336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73736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v1.0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v2.0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v3.0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v4.1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Feature types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20+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20+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25+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Architecture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Single classifier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Single classifier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EdgeCache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Multi-engine fusion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Confidence scoring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8 engines + fusion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Iterator materialised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Yes (partial)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Yes (complete)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Bore vs Boss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Centroid check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Centroid + context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Annular face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Yes + ring width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Fillet size gate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10mm gate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10mm + neighbour check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ISO size mapping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30 entries + config file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DFM flags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L/D ratio + extensible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Precision labelling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(API)/(calc)/(approx)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Conflict resolution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Tier + specificity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Output formats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TXT+CSV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TXT+CSV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TXT+CSV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TXT+CSV+JSON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Overall 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~60%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</a:rPr>
                        <a:t>~55%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18CF8"/>
                          </a:solidFill>
                        </a:rPr>
                        <a:t>~82%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4B5FD"/>
                          </a:solidFill>
                        </a:rPr>
                        <a:t>~90%+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Evolution — Feature by Feature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051560"/>
            <a:ext cx="2011680" cy="86868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0" y="1088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858000" y="2057400"/>
            <a:ext cx="2011680" cy="868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0" y="2093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858000" y="3063240"/>
            <a:ext cx="2011680" cy="86868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0" y="3099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858000" y="4069080"/>
            <a:ext cx="2011680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0" y="41056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4389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v2 accuracy lower than v1 — new heuristics introduced more misfires than features gained. Fixed in v3.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57400" cy="3931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5740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69848"/>
            <a:ext cx="1097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Classifier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874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type switch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v1 APIs only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05409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52958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1051560"/>
            <a:ext cx="2057400" cy="3931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051560"/>
            <a:ext cx="20574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069848"/>
            <a:ext cx="1097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1600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Classifier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011680"/>
            <a:ext cx="1874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103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+ 20+ feature types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25786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is_edge_curved() (slow)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305409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Double GetFaces() call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352958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Iterator exhaustion bug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051560"/>
            <a:ext cx="2057400" cy="3931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51560"/>
            <a:ext cx="20574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069848"/>
            <a:ext cx="1097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1600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EdgeCache + Gates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011680"/>
            <a:ext cx="1874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03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Single NX pass per face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5786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Size/area gate filters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05409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list() materialisation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352958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Confidence missing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0" y="1051560"/>
            <a:ext cx="2057400" cy="3931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58000" y="1051560"/>
            <a:ext cx="20574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1069848"/>
            <a:ext cx="1097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1600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Multi-Engine Fusion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49440" y="2011680"/>
            <a:ext cx="1874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103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 independent engines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0" y="25786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BodyCache (body-level)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49440" y="305409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+ tier scores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9440" y="352958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Conflict resolution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41448" y="5056632"/>
            <a:ext cx="1371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636008" y="5056632"/>
            <a:ext cx="1371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830568" y="5056632"/>
            <a:ext cx="1371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0C1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History &amp; Fix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4241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4241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49808" y="1042416"/>
            <a:ext cx="6858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04241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08760" y="10607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GetHoleData() returns metres not mm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94960" y="10424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06070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×1000 conversion applied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8595360" cy="320040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40817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40817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9808" y="1408176"/>
            <a:ext cx="6858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140817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08760" y="14264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edge.EdgeType.value = class ref not 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94960" y="14081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142646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Length-ratio heuristic replaces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737360"/>
            <a:ext cx="85953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177393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77393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9808" y="1773936"/>
            <a:ext cx="6858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177393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08760" y="17922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AskFaceUvMinMaxValues not available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94960" y="177393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179222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normal workaround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103120"/>
            <a:ext cx="8595360" cy="320040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213969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13969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9808" y="2139696"/>
            <a:ext cx="6858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213969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508760" y="21579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body.GetFaces() iterator exhausted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21396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15798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list() materialisation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37" name="Shape 35"/>
          <p:cNvSpPr/>
          <p:nvPr/>
        </p:nvSpPr>
        <p:spPr>
          <a:xfrm>
            <a:off x="274320" y="250545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250545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9808" y="2505456"/>
            <a:ext cx="6858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250545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508760" y="25237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Annular face → POCKET misfire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5054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v3+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25237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radius detection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45" name="Shape 43"/>
          <p:cNvSpPr/>
          <p:nvPr/>
        </p:nvSpPr>
        <p:spPr>
          <a:xfrm>
            <a:off x="274320" y="287121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287121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" y="2871216"/>
            <a:ext cx="6858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287121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28895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curves → FILLET (r=50mm)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94960" y="28712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6480" y="288950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10mm size gate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53" name="Shape 51"/>
          <p:cNvSpPr/>
          <p:nvPr/>
        </p:nvSpPr>
        <p:spPr>
          <a:xfrm>
            <a:off x="274320" y="323697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323697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49808" y="3236976"/>
            <a:ext cx="6858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749808" y="323697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508760" y="32552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cylinders → BOSS not BORE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94960" y="32369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26480" y="325526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distance check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3566160"/>
            <a:ext cx="8595360" cy="320040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61" name="Shape 59"/>
          <p:cNvSpPr/>
          <p:nvPr/>
        </p:nvSpPr>
        <p:spPr>
          <a:xfrm>
            <a:off x="274320" y="360273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360273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" y="3602736"/>
            <a:ext cx="6858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4" name="Text 62"/>
          <p:cNvSpPr/>
          <p:nvPr/>
        </p:nvSpPr>
        <p:spPr>
          <a:xfrm>
            <a:off x="749808" y="360273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508760" y="36210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TYPE_SPECIFICITY key never matches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94960" y="360273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26480" y="362102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 string lookup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3931920"/>
            <a:ext cx="85953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69" name="Shape 67"/>
          <p:cNvSpPr/>
          <p:nvPr/>
        </p:nvSpPr>
        <p:spPr>
          <a:xfrm>
            <a:off x="274320" y="396849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0" name="Text 68"/>
          <p:cNvSpPr/>
          <p:nvPr/>
        </p:nvSpPr>
        <p:spPr>
          <a:xfrm>
            <a:off x="274320" y="396849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49808" y="3968496"/>
            <a:ext cx="6858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749808" y="396849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508760" y="39867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GetBlendData None crash risk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394960" y="39684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126480" y="398678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guard added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77" name="Shape 75"/>
          <p:cNvSpPr/>
          <p:nvPr/>
        </p:nvSpPr>
        <p:spPr>
          <a:xfrm>
            <a:off x="274320" y="433425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8" name="Text 76"/>
          <p:cNvSpPr/>
          <p:nvPr/>
        </p:nvSpPr>
        <p:spPr>
          <a:xfrm>
            <a:off x="274320" y="433425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49808" y="4334256"/>
            <a:ext cx="6858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0" name="Text 78"/>
          <p:cNvSpPr/>
          <p:nvPr/>
        </p:nvSpPr>
        <p:spPr>
          <a:xfrm>
            <a:off x="749808" y="433425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508760" y="43525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'exact' precision labels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394960" y="43342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126480" y="43525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(API)/(calc)/(approx) labels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85" name="Shape 83"/>
          <p:cNvSpPr/>
          <p:nvPr/>
        </p:nvSpPr>
        <p:spPr>
          <a:xfrm>
            <a:off x="274320" y="4700016"/>
            <a:ext cx="411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6" name="Text 84"/>
          <p:cNvSpPr/>
          <p:nvPr/>
        </p:nvSpPr>
        <p:spPr>
          <a:xfrm>
            <a:off x="274320" y="470001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49808" y="4700016"/>
            <a:ext cx="6858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8" name="Text 86"/>
          <p:cNvSpPr/>
          <p:nvPr/>
        </p:nvSpPr>
        <p:spPr>
          <a:xfrm>
            <a:off x="749808" y="470001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1508760" y="47183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Variable-radius fillet wrong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394960" y="47000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126480" y="471830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BodyCache neighbour check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274320" y="9601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  severity   bug description   fixed_in   solution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D204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GD&amp;T Automation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7680960" cy="548640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97510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Rule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2128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feature type to ISO/ASME tolerance. Toggle between standards. Sheet metal DFM rules.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5486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2624328"/>
            <a:ext cx="7680960" cy="548640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67919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PMI Writer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91693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GD&amp;T annotations directly in NX 3D workspace. Datum A/B/C, true position, flatness, angularity.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5486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28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3328416"/>
            <a:ext cx="7680960" cy="548640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38328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ASME Toggle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6210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button switches between ISO GPS and ASME Y14.5. All tolerance values update automatically.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32504"/>
            <a:ext cx="548640" cy="548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32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4032504"/>
            <a:ext cx="7680960" cy="548640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408736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32511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annotated model with full GD&amp;T report. PDF + 3D PMI model + inspection checklist.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 Feature Extractor — v1 to v4.1 Complete Evolution</dc:title>
  <dc:subject>PptxGenJS Presentation</dc:subject>
  <dc:creator>PptxGenJS</dc:creator>
  <cp:lastModifiedBy>PptxGenJS</cp:lastModifiedBy>
  <cp:revision>1</cp:revision>
  <dcterms:created xsi:type="dcterms:W3CDTF">2026-03-28T18:05:38Z</dcterms:created>
  <dcterms:modified xsi:type="dcterms:W3CDTF">2026-03-28T18:05:38Z</dcterms:modified>
</cp:coreProperties>
</file>